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548640"/>
            <a:ext cx="914400" cy="91440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640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ARLINGTON</a:t>
            </a:r>
            <a:endParaRPr lang="en-US" sz="4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GYMNASTICS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Advocacy Toolkit for Aerials, Tigers &amp; All Arlington Gymnastics Families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2027 Budget Response  |  February 2026  |  savearlingtongymnastics.com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4434840"/>
            <a:ext cx="457200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BUDGET HEARING: MARCH 24,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BREAKING: FEB 20, 2026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Aerials gymnasts learned their program is being cut — at the State Meet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42416"/>
            <a:ext cx="9144000" cy="380390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Feb. 11, Yorktown High School's girls gymnastics team — packed with Arlington Aerials athletes — won the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 North Region Championship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their first region title since 2016. Days later, while competing at the VHSL Class 6 State Meet, these Aerials gymnasts received word that Arlington County plans to eliminate the very club program that built their success.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3774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title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23774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Aerials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2468880"/>
            <a:ext cx="23774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Aerials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program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ARLnow, Feb. 18,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savearlingtongymnastics.com  |  @SaveArlingtonGym  |  Change.org petition: c.org/Fq86V645dB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BEING PROPOSED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elimination of ALL gymnastics — competitive, recreational, and adaptive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42416"/>
            <a:ext cx="9144000" cy="380390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FY 2027 Proposed Budget eliminates ALL competitive, recreational, and adaptive gymnastics programs — including the Arlington Aerials, Arlington Tigers, youth rec classes, parent-tot gymnastics, and adaptive programming for children with disabilities — and closes Barcroft Sports &amp; Fitness Center.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9776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48840"/>
            <a:ext cx="54864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Aerials and Tigers competitive programs discontinued effective May 16, 2026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2148840"/>
            <a:ext cx="39776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2148840"/>
            <a:ext cx="54864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1945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recreational gymnastics — youth rec, parent-tot — eliminated entirely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9776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71800"/>
            <a:ext cx="54864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gymnastics for children with disabilities — gone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971800"/>
            <a:ext cx="39776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971800"/>
            <a:ext cx="54864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0175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Barcroft facility (28,000 sq ft purpose-built center) closed for at least one year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39776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94760"/>
            <a:ext cx="54864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404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community consultation — the budget survey never asked about this cut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794760"/>
            <a:ext cx="39776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794760"/>
            <a:ext cx="54864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8404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 cites declining post-pandemic participation &amp; cost recovery challenges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savearlingtongymnastics.com  |  @SaveArlingtonGym  |  Change.org petition: c.org/Fq86V645dB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 YEARS OF ARLINGTON GYMNASTICS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of Tim Mengering, Steve Garman &amp; the Arlington Aerials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42416"/>
            <a:ext cx="9144000" cy="380390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1979, Coach Tim Mengering and Steve Garman co-founded the Arlington Aerials with just 20 girls in a middle school gym.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years later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tens of thousands of Arlington kids have been shaped by their vision. Tim was inducted into the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Arlington County Sports Hall of Fame in 2012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County Board itself formally commended his life's work through a proclamation by Chair Libby Garvey.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founded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246888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2971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Arlington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gymnastics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246888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89120" y="2971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served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2971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of Fame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11880"/>
            <a:ext cx="54864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"Tim Mengering has dedicated his life to coaching young athletes in the sport of gymnastics... his unwavering commitment to Arlington's youth has left an indelible mark on the community."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Libby Garvey, Arlington County Board Chair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savearlingtongymnastics.com  |  @SaveArlingtonGym  |  Change.org petition: c.org/Fq86V645dB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ARLINGTON TIGERS: BOYS GYMNASTICS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by NPR  |  Producing college athletes  |  Now on the chopping block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42416"/>
            <a:ext cx="9144000" cy="380390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2009, six boys asked their instructor: why don't we have a team? Coach 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Sonja Hird Clark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made it happen. NPR profiled the Tigers during the 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Paris Olympics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model of what public boys gymnastics can be. Now the county wants to eliminate them.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828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boys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2103120"/>
            <a:ext cx="1828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 Place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5176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Nationals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103120"/>
            <a:ext cx="1828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10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2103120"/>
            <a:ext cx="1828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gymnasts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46120"/>
            <a:ext cx="54864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91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Terzaken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Committed to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 West Point Gymnastics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(NCAA D1), announced February 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794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Xion Snowden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Freshman on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State Sun Devil Gymnastics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(GymACT), studying Computer Science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2461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246120"/>
            <a:ext cx="54864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2918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Boys programs are vanishing nationwide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 NCAA men's programs remain. Only 12,000 boys compete nationally vs 138,000 girls. The Tigers are a lifeline — taking in boys from programs that closed across Northern Virginia.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NPR, "Boys gymnastics programs are hard to find," July 29, 2024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savearlingtongymnastics.com  |  @SaveArlingtonGym  |  Change.org petition: c.org/Fq86V645dB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on families, athletes, and the community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42416"/>
            <a:ext cx="9144000" cy="380390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Families &amp; Youth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37160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affordable, publicly accessible competitive gymnastics in Arlington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programs for children with disabilities — no replacement exists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classes serve hundreds of non-competitive kids who benefit from the sport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alternatives are significantly more expensive — equity is at stake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Tigers are one of the few public boys programs in the region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Community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463040"/>
            <a:ext cx="137160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Barcroft is a purpose-built 28,000 sq ft facility — repurposing wastes taxpayer investment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286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survey respondents can afford or adjust to fee increases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gymnastics depends on these feeder programs (Yorktown = 2026 Region Champs)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3383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engagement survey never asked about cutting gymnastics or closing Barcroft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Tigers athletes headed to college gymnastics — the pipeline is proven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savearlingtongymnastics.com  |  @SaveArlingtonGym  |  Change.org petition: c.org/Fq86V645dB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ARLINGTON RESIDENTS SAID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2027 Budget Engagement  |  2,455 respondents  |  Jan. 14–30,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42416"/>
            <a:ext cx="9144000" cy="380390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2468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parents/caregivers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children or teens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468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afford or adjust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increases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4688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 with cutting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programs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68880"/>
            <a:ext cx="54864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of those who can't afford a tax increase are parents — they need affordable programs, not elimination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54864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technology projects ranked most acceptable to delay — NOT community facilities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66160"/>
            <a:ext cx="54864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engagement survey never asked residents about eliminating gymnastics or closing Barcroft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14800"/>
            <a:ext cx="54864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public comments specifically support fee increases and sliding-scale fee structures for DPR programs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savearlingtongymnastics.com  |  @SaveArlingtonGym  |  Change.org petition: c.org/Fq86V645dB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COUNTY 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their own words — January 5, 2026 Organizational Meeting Remarks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42416"/>
            <a:ext cx="9144000" cy="380390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1600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8" name="Image 0" descr="board-headshot-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280160"/>
            <a:ext cx="548640" cy="54864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Matt de Ferranti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21031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Chair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65760" y="233172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"Protecting the investments that make Arlington great — our environment, our schools, and our children."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65760" y="3429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of 3-month-old son. Helped pass $400K for after-school programs in 2025.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20040" y="40690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mdeferranti@arlingtonva.us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2011680" y="1188720"/>
            <a:ext cx="1600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1" descr="board-headshot-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1280160"/>
            <a:ext cx="548640" cy="548640"/>
          </a:xfrm>
          <a:prstGeom prst="ellipse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0312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Maureen Coffey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103120" y="21031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 Chair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2103120" y="233172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"Caring and courageous leadership requires we parse out what is necessary from what is nice."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2103120" y="3429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Youngest-ever vice chair. Champions community engagement and transparency.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2057400" y="40690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mcoffey@arlingtonva.us</a:t>
            </a:r>
            <a:endParaRPr lang="en-US" sz="650" dirty="0"/>
          </a:p>
        </p:txBody>
      </p:sp>
      <p:sp>
        <p:nvSpPr>
          <p:cNvPr id="21" name="Shape 17"/>
          <p:cNvSpPr/>
          <p:nvPr/>
        </p:nvSpPr>
        <p:spPr>
          <a:xfrm>
            <a:off x="3749040" y="1188720"/>
            <a:ext cx="1600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22" name="Image 2" descr="board-headshot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20" y="1280160"/>
            <a:ext cx="548640" cy="548640"/>
          </a:xfrm>
          <a:prstGeom prst="ellipse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4048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Takis Karantonis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840480" y="21031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Member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3840480" y="233172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we do the same with less? Can we apply our equity lens?"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3840480" y="3429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Economist. Named Parks and Sports as services needing creative rethinking.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3794760" y="40690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tkarantonis@arlingtonva.us</a:t>
            </a:r>
            <a:endParaRPr lang="en-US" sz="650" dirty="0"/>
          </a:p>
        </p:txBody>
      </p:sp>
      <p:sp>
        <p:nvSpPr>
          <p:cNvPr id="28" name="Shape 23"/>
          <p:cNvSpPr/>
          <p:nvPr/>
        </p:nvSpPr>
        <p:spPr>
          <a:xfrm>
            <a:off x="5486400" y="1188720"/>
            <a:ext cx="1600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3" descr="board-headshot-3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80" y="1280160"/>
            <a:ext cx="548640" cy="548640"/>
          </a:xfrm>
          <a:prstGeom prst="ellipse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7784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Susan Cunningham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577840" y="21031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Member ★ KEY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5577840" y="233172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kept our People first, focusing care and resources on our youth."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5577840" y="3429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— Liaison to Parks &amp; Rec Commission AND Sports Commission.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5532120" y="40690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scunningham@arlingtonva.us</a:t>
            </a:r>
            <a:endParaRPr lang="en-US" sz="650" dirty="0"/>
          </a:p>
        </p:txBody>
      </p:sp>
      <p:sp>
        <p:nvSpPr>
          <p:cNvPr id="35" name="Shape 29"/>
          <p:cNvSpPr/>
          <p:nvPr/>
        </p:nvSpPr>
        <p:spPr>
          <a:xfrm>
            <a:off x="7223760" y="1188720"/>
            <a:ext cx="1600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36" name="Image 4" descr="board-headshot-4.jpe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9540" y="1280160"/>
            <a:ext cx="548640" cy="548640"/>
          </a:xfrm>
          <a:prstGeom prst="ellipse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31520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J.D. Spain Sr.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7315200" y="21031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Member</a:t>
            </a:r>
            <a:endParaRPr lang="en-US" sz="750" dirty="0"/>
          </a:p>
        </p:txBody>
      </p:sp>
      <p:sp>
        <p:nvSpPr>
          <p:cNvPr id="39" name="Text 32"/>
          <p:cNvSpPr/>
          <p:nvPr/>
        </p:nvSpPr>
        <p:spPr>
          <a:xfrm>
            <a:off x="7315200" y="233172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"Strategic investments in people, prevention, and stability reduce long-term costs."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7315200" y="3429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youth programming, affordability, and inclusive governance.</a:t>
            </a:r>
            <a:endParaRPr lang="en-US" sz="750" dirty="0"/>
          </a:p>
        </p:txBody>
      </p:sp>
      <p:sp>
        <p:nvSpPr>
          <p:cNvPr id="41" name="Text 34"/>
          <p:cNvSpPr/>
          <p:nvPr/>
        </p:nvSpPr>
        <p:spPr>
          <a:xfrm>
            <a:off x="7269480" y="40690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jdspainsr@arlingtonva.us</a:t>
            </a:r>
            <a:endParaRPr lang="en-US" sz="650" dirty="0"/>
          </a:p>
        </p:txBody>
      </p:sp>
      <p:sp>
        <p:nvSpPr>
          <p:cNvPr id="42" name="Text 35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all:  countyboard@arlingtonva.us   |   Budget comments:  dmf@arlingtonva.us   |   Phone:  703-228-3130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Text 37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savearlingtongymnastics.com  |  @SaveArlingtonGym  |  Change.org petition: c.org/Fq86V645dB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ALTERNATIVES TO ELIMINATION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proposals to present to the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42416"/>
            <a:ext cx="9144000" cy="380390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34440"/>
            <a:ext cx="39776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Increase Program Fees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survey respondents can afford or adjust to fee increases. Raise competitive gymnastics fees to improve cost recovery before eliminating.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39776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34440"/>
            <a:ext cx="54864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Public-Private Partnership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a private gymnastics operator to run programs at Barcroft, reducing county staffing costs while maintaining community access.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39776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286000"/>
            <a:ext cx="54864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Shared-Use 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gymnastics in its purpose-built space while adding other programming to increase utilization and revenue.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286000"/>
            <a:ext cx="39776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86000"/>
            <a:ext cx="54864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Sliding-Scale Fee Structure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economic accessibility for families who need it through flexible pricing tiers, scholarships, or fee waivers — while improving cost recovery across competitive, rec, and adaptive programs.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39776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337560"/>
            <a:ext cx="54864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Fundraising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families to fundraise supplemental support. Explore state/federal recreation grants. Many communities have saved programs this way.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337560"/>
            <a:ext cx="39776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337560"/>
            <a:ext cx="54864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Cost Analysis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full cost-benefit analysis. What does it actually cost vs. repurposing? The public deserves these numbers.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savearlingtongymnastics.com  |  @SaveArlingtonGym  |  Change.org petition: c.org/Fq86V645dB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DATES &amp; ACTION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your calendar. Every one of these matters.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42416"/>
            <a:ext cx="9144000" cy="380390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1097280" cy="3840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1188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2027 Proposed Budget Released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188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details. Share this deck.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64208"/>
            <a:ext cx="1097280" cy="3840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642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16642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Door Mondays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6642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Board members one-on-one, 6-8 PM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39696"/>
            <a:ext cx="109728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396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21396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Work Session with DPR (1:00 PM)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1396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online. No public comment.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15184"/>
            <a:ext cx="109728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151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37360" y="26151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Budget Hearing (6:30 PM)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6151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TO SPEAK. Bozman Govt Center, 3rd Floor.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90672"/>
            <a:ext cx="109728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906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37360" y="30906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Rate &amp; Fees Hearing (6:30 PM)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3090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about fee alternatives to cuts.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109728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566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737360" y="3566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Adopts Final Budget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3566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push: emails, calls, public comments.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041648"/>
            <a:ext cx="109728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416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37360" y="4041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Meeting (6:30 PM)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4041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format — additional opportunity for community voice.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savearlingtongymnastics.com  |  @SaveArlingtonGym  |  Change.org petition: c.org/Fq86V645dB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TALKING POINTS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emails, testimony &amp; public comment — personalize with your family's story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42416"/>
            <a:ext cx="9144000" cy="3803904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3977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21615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child has been in the Aerials/Tigers program for [X years]. This program has taught [discipline, confidence, teamwork]."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3977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21615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Alternative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"Arlington's own survey shows 70% of residents can afford or adjust to fee increases. Why wasn't that explored before elimination?"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01952"/>
            <a:ext cx="3977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192938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Investment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20848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"Barcroft carries debt on a $150M county credit line. The county allocated $5M to pay it down last year, then deferred. Closing it doesn't eliminate the debt — taxpayers keep paying for an empty building."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1901952"/>
            <a:ext cx="3977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92938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Input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37760" y="20848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budget engagement never asked residents about closing Barcroft or cutting gymnastics. This decision lacks community input."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615184"/>
            <a:ext cx="3977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2642616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Board's Own Words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279806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"Chair de Ferranti pledged to protect 'investments in our children.' Board Member Cunningham launched the Youth Strategic Plan. This cut contradicts both."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615184"/>
            <a:ext cx="3977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2642616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&amp; Access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37760" y="279806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"Private programs are significantly more expensive. County programs provide equitable access. Families of children with disabilities will lose adaptive gymnastics."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328416"/>
            <a:ext cx="3977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35584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Notification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351129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county emailed competitive families on a Friday afternoon — less than 24 hours before the budget. Rec and adaptive families received nothing. Staff got severance offers the same day."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3328416"/>
            <a:ext cx="3977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335584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Alternatives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37760" y="351129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county says families can find 'non-County alternatives.' Private programs cost 2–3x more. For adaptive gymnastics, there IS no alternative in Arlington."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041648"/>
            <a:ext cx="3977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406908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4360" y="422452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"Closing Barcroft saves $969,542 — that's 0.057% of a $1.69B budget. About $4.50 per household per year. That's the price of every gymnastics program in the county."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4041648"/>
            <a:ext cx="39776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0" y="406908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 for Barcroft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37760" y="422452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county's own budget says Barcroft will be 'closed for a year while staff determine the condition.' They're closing it, laying off staff, and ending programs before they have a plan."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savearlingtongymnastics.com  |  @SaveArlingtonGym  |  Change.org petition: c.org/Fq86V645dB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ACTION NOW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12471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Change.org petition: c.org/Fq86V645dB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563624"/>
            <a:ext cx="347472" cy="34747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53619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all five Board members AND dmf@arlingtonva.us with your personal story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002536"/>
            <a:ext cx="347472" cy="34747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97510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Open Door Mondays — meet Board members one-on-one every Monday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441448"/>
            <a:ext cx="347472" cy="34747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41401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to speak at the March 24 Public Budget Hearing (6:30 PM)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347472" cy="34747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85292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the March 26 Tax Rate &amp; Fees Hearing — advocate for fee alternatives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319272"/>
            <a:ext cx="347472" cy="34747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29184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to help: forms.gle/6W4scgk1N4z3MYwA9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758184"/>
            <a:ext cx="347472" cy="34747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7307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savearlingtongymnastics.com and follow @SaveArlingtonGym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AERIALS: </a:t>
            </a:r>
            <a:pPr algn="ctr" indent="0" marL="0">
              <a:buNone/>
            </a:pPr>
            <a:r>
              <a:rPr lang="en-US" sz="9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Powers (President) meg.hess@gmail.com</a:t>
            </a:r>
            <a:pPr algn="ctr" indent="0" marL="0">
              <a:buNone/>
            </a:pPr>
            <a:r>
              <a:rPr lang="en-US" sz="9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9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TIGERS: </a:t>
            </a:r>
            <a:pPr algn="ctr" indent="0" marL="0">
              <a:buNone/>
            </a:pPr>
            <a:r>
              <a:rPr lang="en-US" sz="9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 Garcia (ATPA President) atpa.president@gmail.com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savearlingtongymnastics.com  |  @SaveArlingtonGym  |  #SaveArlingtonGymnastics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 Arlington Gymnastics — Advocacy Toolkit v2</dc:title>
  <dc:subject>PptxGenJS Presentation</dc:subject>
  <dc:creator>Save Arlington Gymnastics</dc:creator>
  <cp:lastModifiedBy>Save Arlington Gymnastics</cp:lastModifiedBy>
  <cp:revision>1</cp:revision>
  <dcterms:created xsi:type="dcterms:W3CDTF">2026-02-23T01:19:41Z</dcterms:created>
  <dcterms:modified xsi:type="dcterms:W3CDTF">2026-02-23T01:19:41Z</dcterms:modified>
</cp:coreProperties>
</file>